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60" r:id="rId3"/>
    <p:sldId id="264" r:id="rId4"/>
    <p:sldId id="266" r:id="rId5"/>
    <p:sldId id="257" r:id="rId6"/>
    <p:sldId id="258" r:id="rId7"/>
    <p:sldId id="259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154" autoAdjust="0"/>
  </p:normalViewPr>
  <p:slideViewPr>
    <p:cSldViewPr snapToGrid="0">
      <p:cViewPr varScale="1">
        <p:scale>
          <a:sx n="107" d="100"/>
          <a:sy n="107" d="100"/>
        </p:scale>
        <p:origin x="75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48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56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34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594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60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8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94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56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22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41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1467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22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3356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411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88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128C2-D9E3-45EE-8838-BA2DE2FEC164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E128650-0EC0-4F3C-95A5-B9E1FAA018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275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위챗페이 사용법 완전 정복 | EXELIENT(엑셀리언트)">
            <a:extLst>
              <a:ext uri="{FF2B5EF4-FFF2-40B4-BE49-F238E27FC236}">
                <a16:creationId xmlns:a16="http://schemas.microsoft.com/office/drawing/2014/main" id="{9F615B0D-4DE1-FC6B-4CF4-3192936D7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858098-31D8-120D-2946-4D33B71D45E6}"/>
              </a:ext>
            </a:extLst>
          </p:cNvPr>
          <p:cNvSpPr txBox="1"/>
          <p:nvPr/>
        </p:nvSpPr>
        <p:spPr>
          <a:xfrm>
            <a:off x="5372100" y="3209925"/>
            <a:ext cx="6362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err="1">
                <a:solidFill>
                  <a:schemeClr val="accent2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위챗</a:t>
            </a:r>
            <a:r>
              <a:rPr lang="ko-KR" altLang="en-US" sz="4800" dirty="0">
                <a:solidFill>
                  <a:schemeClr val="accent2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페이 </a:t>
            </a:r>
            <a:endParaRPr lang="en-US" altLang="ko-KR" sz="4800" dirty="0">
              <a:solidFill>
                <a:schemeClr val="accent2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48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새로운 </a:t>
            </a:r>
            <a:r>
              <a:rPr lang="ko-KR" altLang="en-US" sz="4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시작</a:t>
            </a:r>
            <a:r>
              <a:rPr lang="ko-KR" altLang="en-US" sz="48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을 열다</a:t>
            </a:r>
            <a:r>
              <a:rPr lang="en-US" altLang="ko-KR" sz="48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!!</a:t>
            </a:r>
            <a:endParaRPr lang="ko-KR" altLang="en-US" sz="48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643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67C9-E8A8-4F7C-866B-7659DF38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D4F74B-8D28-5E7C-C249-D0118F2D090D}"/>
              </a:ext>
            </a:extLst>
          </p:cNvPr>
          <p:cNvSpPr txBox="1"/>
          <p:nvPr/>
        </p:nvSpPr>
        <p:spPr>
          <a:xfrm>
            <a:off x="838199" y="695325"/>
            <a:ext cx="145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무드보드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988B814-ADA1-B0D0-AF43-C4C57C844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0" y="546176"/>
            <a:ext cx="3990975" cy="12216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ow To Use Wechat Pay With International Bank Cards? - Marketing China">
            <a:extLst>
              <a:ext uri="{FF2B5EF4-FFF2-40B4-BE49-F238E27FC236}">
                <a16:creationId xmlns:a16="http://schemas.microsoft.com/office/drawing/2014/main" id="{BECFC4EF-C1B5-AD7E-A73F-C3F7C34E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885" y="2533879"/>
            <a:ext cx="6442128" cy="34635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2336DB-8670-3463-B77C-C6BF7995F787}"/>
              </a:ext>
            </a:extLst>
          </p:cNvPr>
          <p:cNvSpPr txBox="1"/>
          <p:nvPr/>
        </p:nvSpPr>
        <p:spPr>
          <a:xfrm>
            <a:off x="838198" y="1543050"/>
            <a:ext cx="4591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+mj-ea"/>
                <a:ea typeface="+mj-ea"/>
              </a:rPr>
              <a:t>위쳇페이는</a:t>
            </a:r>
            <a:r>
              <a:rPr lang="ko-KR" altLang="en-US" sz="1600" dirty="0">
                <a:latin typeface="+mj-ea"/>
                <a:ea typeface="+mj-ea"/>
              </a:rPr>
              <a:t> 주로 </a:t>
            </a:r>
            <a:r>
              <a:rPr lang="ko-KR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녹색 계열</a:t>
            </a:r>
            <a:r>
              <a:rPr lang="ko-KR" altLang="en-US" sz="1600" dirty="0">
                <a:latin typeface="+mj-ea"/>
                <a:ea typeface="+mj-ea"/>
              </a:rPr>
              <a:t>의 색상을 사용합니다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</a:p>
          <a:p>
            <a:r>
              <a:rPr lang="ko-KR" altLang="en-US" sz="1600" dirty="0">
                <a:solidFill>
                  <a:srgbClr val="92D050"/>
                </a:solidFill>
                <a:latin typeface="+mj-ea"/>
                <a:ea typeface="+mj-ea"/>
              </a:rPr>
              <a:t>연한 녹색</a:t>
            </a:r>
            <a:r>
              <a:rPr lang="ko-KR" altLang="en-US" sz="1600" dirty="0">
                <a:latin typeface="+mj-ea"/>
                <a:ea typeface="+mj-ea"/>
              </a:rPr>
              <a:t>과 </a:t>
            </a:r>
            <a:r>
              <a:rPr lang="ko-KR" altLang="en-US" sz="1600" dirty="0">
                <a:solidFill>
                  <a:srgbClr val="00B050"/>
                </a:solidFill>
                <a:latin typeface="+mj-ea"/>
                <a:ea typeface="+mj-ea"/>
              </a:rPr>
              <a:t>밝은 녹색</a:t>
            </a:r>
            <a:r>
              <a:rPr lang="ko-KR" altLang="en-US" sz="1600" dirty="0">
                <a:latin typeface="+mj-ea"/>
                <a:ea typeface="+mj-ea"/>
              </a:rPr>
              <a:t>을 조합하여 브랜드 이미지를 표현하였으며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결제 시 사용되는 </a:t>
            </a:r>
            <a:r>
              <a:rPr lang="en-US" altLang="ko-KR" sz="1600" dirty="0">
                <a:latin typeface="+mj-ea"/>
                <a:ea typeface="+mj-ea"/>
              </a:rPr>
              <a:t>QR</a:t>
            </a:r>
            <a:r>
              <a:rPr lang="ko-KR" altLang="en-US" sz="1600" dirty="0">
                <a:latin typeface="+mj-ea"/>
                <a:ea typeface="+mj-ea"/>
              </a:rPr>
              <a:t>코드나 앱 인터페이스에서도 이 색상을 활용합니다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4E07301-549A-79D3-EEE2-D010522FD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2" y="3745291"/>
            <a:ext cx="3433763" cy="13811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22128A6-222C-5C02-2C14-0940A347E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3" y="5314950"/>
            <a:ext cx="16668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2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D1BA-87A0-5B3F-0181-A20D44F1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DF65C-D71D-47E4-A55F-CACFE31826BB}"/>
              </a:ext>
            </a:extLst>
          </p:cNvPr>
          <p:cNvSpPr txBox="1"/>
          <p:nvPr/>
        </p:nvSpPr>
        <p:spPr>
          <a:xfrm>
            <a:off x="1021977" y="537883"/>
            <a:ext cx="2635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아이디어 스케치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1C78A2-80BB-7706-6C32-669162B62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00" y="1099864"/>
            <a:ext cx="10248818" cy="55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5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73E2-F429-2CEA-CEA9-36CF916A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5531C-C0DA-4414-B9FE-ECD8067D3BA6}"/>
              </a:ext>
            </a:extLst>
          </p:cNvPr>
          <p:cNvSpPr txBox="1"/>
          <p:nvPr/>
        </p:nvSpPr>
        <p:spPr>
          <a:xfrm>
            <a:off x="986119" y="591671"/>
            <a:ext cx="267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아이디어 스케치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0887E8-3E6E-6596-1DFA-249CF033B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9" y="1362635"/>
            <a:ext cx="10318375" cy="522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0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65F9-22F1-139E-6798-2D83C8D7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589608-89BB-79CE-929B-167182FCB9F1}"/>
              </a:ext>
            </a:extLst>
          </p:cNvPr>
          <p:cNvSpPr txBox="1"/>
          <p:nvPr/>
        </p:nvSpPr>
        <p:spPr>
          <a:xfrm flipH="1">
            <a:off x="7572374" y="2524125"/>
            <a:ext cx="2800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편리한 결제 방식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7346D-056F-5758-4773-8981B82E4765}"/>
              </a:ext>
            </a:extLst>
          </p:cNvPr>
          <p:cNvSpPr txBox="1"/>
          <p:nvPr/>
        </p:nvSpPr>
        <p:spPr>
          <a:xfrm flipH="1">
            <a:off x="7572374" y="3162301"/>
            <a:ext cx="431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위쳇페이는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QR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코드를 스캔하여 간편하게 결제할 수 있어 빠르고 편리합니다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  <a:endParaRPr lang="ko-KR" altLang="en-US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054" name="Picture 6" descr="주식회사 케이에스넷">
            <a:extLst>
              <a:ext uri="{FF2B5EF4-FFF2-40B4-BE49-F238E27FC236}">
                <a16:creationId xmlns:a16="http://schemas.microsoft.com/office/drawing/2014/main" id="{C071433A-9F2F-5740-3BFF-CDE7DC18E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33227"/>
            <a:ext cx="6667500" cy="52532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351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5E39-FECF-8C96-083F-4D6CC625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중국][앱]위챗페이(Wechat, 微信), 알리페이(Alipay, 支付宝) 계좌 연동하는 방법 : 네이버 블로그">
            <a:extLst>
              <a:ext uri="{FF2B5EF4-FFF2-40B4-BE49-F238E27FC236}">
                <a16:creationId xmlns:a16="http://schemas.microsoft.com/office/drawing/2014/main" id="{B11DD7A3-FBB5-1F57-6B45-4E36CA8F5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19074"/>
            <a:ext cx="7620000" cy="60483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E02223-937A-2CB5-EADA-4B9FA6F7076F}"/>
              </a:ext>
            </a:extLst>
          </p:cNvPr>
          <p:cNvSpPr txBox="1"/>
          <p:nvPr/>
        </p:nvSpPr>
        <p:spPr>
          <a:xfrm>
            <a:off x="8296276" y="2967335"/>
            <a:ext cx="209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메신저 연동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C93B1-9330-81D4-F560-D36D4B078F5D}"/>
              </a:ext>
            </a:extLst>
          </p:cNvPr>
          <p:cNvSpPr txBox="1"/>
          <p:nvPr/>
        </p:nvSpPr>
        <p:spPr>
          <a:xfrm>
            <a:off x="8296276" y="3638608"/>
            <a:ext cx="3457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+mj-ea"/>
                <a:ea typeface="+mj-ea"/>
              </a:rPr>
              <a:t>위챗</a:t>
            </a:r>
            <a:r>
              <a:rPr lang="ko-KR" altLang="en-US" dirty="0">
                <a:latin typeface="+mj-ea"/>
                <a:ea typeface="+mj-ea"/>
              </a:rPr>
              <a:t> 메신저 앱 내에서 결제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기능을 제공하여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친구들과 쉽게 돈을 주고받거나 더치페이를 할 수 있습니다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>
                <a:latin typeface="+mj-ea"/>
                <a:ea typeface="+mj-ea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55794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7D80-C1EC-B251-3461-3A125AD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71EE5-BE79-05D7-8926-501B8AE3BE5C}"/>
              </a:ext>
            </a:extLst>
          </p:cNvPr>
          <p:cNvSpPr txBox="1"/>
          <p:nvPr/>
        </p:nvSpPr>
        <p:spPr>
          <a:xfrm>
            <a:off x="6343650" y="2424410"/>
            <a:ext cx="315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해외 카드 결제 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9C9AF-D98D-011F-0595-E68EAFC723CE}"/>
              </a:ext>
            </a:extLst>
          </p:cNvPr>
          <p:cNvSpPr txBox="1"/>
          <p:nvPr/>
        </p:nvSpPr>
        <p:spPr>
          <a:xfrm>
            <a:off x="6343650" y="3429000"/>
            <a:ext cx="3857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해외 카드 등록 시 일부 기능 제한이 있지만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해외에서도 </a:t>
            </a:r>
            <a:r>
              <a:rPr lang="ko-KR" altLang="en-US" dirty="0" err="1">
                <a:latin typeface="+mj-ea"/>
                <a:ea typeface="+mj-ea"/>
              </a:rPr>
              <a:t>위쳇페이를</a:t>
            </a:r>
            <a:r>
              <a:rPr lang="ko-KR" altLang="en-US" dirty="0">
                <a:latin typeface="+mj-ea"/>
                <a:ea typeface="+mj-ea"/>
              </a:rPr>
              <a:t> 사용할 수 있습니다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5126" name="Picture 6" descr="신한 SOL페이 '위챗페이 연동 QR결제 서비스' 개시 - 뉴스와이어">
            <a:extLst>
              <a:ext uri="{FF2B5EF4-FFF2-40B4-BE49-F238E27FC236}">
                <a16:creationId xmlns:a16="http://schemas.microsoft.com/office/drawing/2014/main" id="{01BA9DA3-2DD0-59DD-C958-242022FB6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150" y="1017847"/>
            <a:ext cx="4238625" cy="50602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42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518C-41E4-A608-AA8E-DA75DB69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텐센트, 중국 방문하는 외국인 관광객 위해 디지털 결제 서비스 강화 - 위클리포스트(weeklypost)">
            <a:extLst>
              <a:ext uri="{FF2B5EF4-FFF2-40B4-BE49-F238E27FC236}">
                <a16:creationId xmlns:a16="http://schemas.microsoft.com/office/drawing/2014/main" id="{14E61E75-7CF2-DFF4-4A1D-E8E784A0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90549"/>
            <a:ext cx="7555642" cy="55911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844526-4DFB-48F3-9E79-147857FE683C}"/>
              </a:ext>
            </a:extLst>
          </p:cNvPr>
          <p:cNvSpPr txBox="1"/>
          <p:nvPr/>
        </p:nvSpPr>
        <p:spPr>
          <a:xfrm>
            <a:off x="8296275" y="2967335"/>
            <a:ext cx="289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HY헤드라인M" panose="02030600000101010101" pitchFamily="18" charset="-127"/>
                <a:ea typeface="HY헤드라인M" panose="02030600000101010101" pitchFamily="18" charset="-127"/>
              </a:rPr>
              <a:t>다양한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결제처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AD948-006F-B65A-836F-98D7DA0E6123}"/>
              </a:ext>
            </a:extLst>
          </p:cNvPr>
          <p:cNvSpPr txBox="1"/>
          <p:nvPr/>
        </p:nvSpPr>
        <p:spPr>
          <a:xfrm>
            <a:off x="8296276" y="3638608"/>
            <a:ext cx="3457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많은 상점 혹은 식당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교통편에도 </a:t>
            </a:r>
            <a:r>
              <a:rPr lang="ko-KR" altLang="en-US" dirty="0" err="1">
                <a:latin typeface="+mj-ea"/>
                <a:ea typeface="+mj-ea"/>
              </a:rPr>
              <a:t>위쳇페이</a:t>
            </a:r>
            <a:r>
              <a:rPr lang="ko-KR" altLang="en-US" dirty="0">
                <a:latin typeface="+mj-ea"/>
                <a:ea typeface="+mj-ea"/>
              </a:rPr>
              <a:t> 결제가 가능하며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특히 외국인 관광객에게 유용한 면세점이나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편의점에서도 사용 가능합니다</a:t>
            </a:r>
            <a:r>
              <a:rPr lang="en-US" altLang="ko-KR" dirty="0">
                <a:latin typeface="+mj-ea"/>
                <a:ea typeface="+mj-ea"/>
              </a:rPr>
              <a:t>. 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975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05F1-F41C-A6E7-0988-12D190C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259F7-2AB2-7300-AD4F-C2C350531405}"/>
              </a:ext>
            </a:extLst>
          </p:cNvPr>
          <p:cNvSpPr txBox="1"/>
          <p:nvPr/>
        </p:nvSpPr>
        <p:spPr>
          <a:xfrm>
            <a:off x="7629525" y="2714031"/>
            <a:ext cx="3457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범용성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8D603-DAD8-8740-EB41-E60B005B0685}"/>
              </a:ext>
            </a:extLst>
          </p:cNvPr>
          <p:cNvSpPr txBox="1"/>
          <p:nvPr/>
        </p:nvSpPr>
        <p:spPr>
          <a:xfrm>
            <a:off x="7629525" y="3429000"/>
            <a:ext cx="41243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중국인들이 사용률이 높아서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중국 여행 시 필수적인 결제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수단으로 자리 잡았습니다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1C7B82-5E41-21D3-5731-63984455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8" y="685204"/>
            <a:ext cx="5757863" cy="5348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6581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A112-FF7F-623A-11D9-46E43475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505431-104B-9A76-1966-86DBE1E4A7A9}"/>
              </a:ext>
            </a:extLst>
          </p:cNvPr>
          <p:cNvSpPr txBox="1"/>
          <p:nvPr/>
        </p:nvSpPr>
        <p:spPr>
          <a:xfrm>
            <a:off x="6810375" y="2257426"/>
            <a:ext cx="4276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부산 도시철도 </a:t>
            </a:r>
            <a:r>
              <a:rPr lang="en-US" altLang="ko-KR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호선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위쳇페이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도입</a:t>
            </a:r>
          </a:p>
        </p:txBody>
      </p:sp>
      <p:pic>
        <p:nvPicPr>
          <p:cNvPr id="8194" name="Picture 2" descr="위챗페이, 부산도시철도 모바일 승차권 서비스 정식 오픈 | 중앙일보">
            <a:extLst>
              <a:ext uri="{FF2B5EF4-FFF2-40B4-BE49-F238E27FC236}">
                <a16:creationId xmlns:a16="http://schemas.microsoft.com/office/drawing/2014/main" id="{D302FDE5-4057-99A9-76BA-45B1CABB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35" y="734534"/>
            <a:ext cx="5191124" cy="5388932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B72F7-B995-D985-D98F-C97F69DDE9DA}"/>
              </a:ext>
            </a:extLst>
          </p:cNvPr>
          <p:cNvSpPr txBox="1"/>
          <p:nvPr/>
        </p:nvSpPr>
        <p:spPr>
          <a:xfrm>
            <a:off x="6734175" y="3267075"/>
            <a:ext cx="43529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00B0F0"/>
                </a:solidFill>
                <a:latin typeface="+mj-ea"/>
                <a:ea typeface="+mj-ea"/>
              </a:rPr>
              <a:t>부산교통공사</a:t>
            </a:r>
            <a:r>
              <a:rPr lang="ko-KR" altLang="en-US" sz="1600" dirty="0">
                <a:latin typeface="+mj-ea"/>
                <a:ea typeface="+mj-ea"/>
              </a:rPr>
              <a:t>는 중국 </a:t>
            </a:r>
            <a:r>
              <a:rPr lang="ko-KR" altLang="en-US" sz="1600" dirty="0" err="1">
                <a:solidFill>
                  <a:srgbClr val="92D050"/>
                </a:solidFill>
                <a:latin typeface="+mj-ea"/>
                <a:ea typeface="+mj-ea"/>
              </a:rPr>
              <a:t>위쳇페이</a:t>
            </a:r>
            <a:r>
              <a:rPr lang="ko-KR" altLang="en-US" sz="1600" dirty="0" err="1">
                <a:latin typeface="+mj-ea"/>
                <a:ea typeface="+mj-ea"/>
              </a:rPr>
              <a:t>와</a:t>
            </a:r>
            <a:r>
              <a:rPr lang="ko-KR" altLang="en-US" sz="1600" dirty="0">
                <a:latin typeface="+mj-ea"/>
                <a:ea typeface="+mj-ea"/>
              </a:rPr>
              <a:t> 제휴하여</a:t>
            </a:r>
            <a:r>
              <a:rPr lang="en-US" altLang="ko-KR" sz="1600" dirty="0">
                <a:latin typeface="+mj-ea"/>
                <a:ea typeface="+mj-ea"/>
              </a:rPr>
              <a:t>,</a:t>
            </a:r>
          </a:p>
          <a:p>
            <a:r>
              <a:rPr lang="ko-KR" altLang="en-US" sz="1600" dirty="0">
                <a:latin typeface="+mj-ea"/>
                <a:ea typeface="+mj-ea"/>
              </a:rPr>
              <a:t>외국인 관광객들이 별도의 환전이나 교통카드 구매 없이 </a:t>
            </a:r>
            <a:r>
              <a:rPr lang="ko-KR" altLang="en-US" sz="1600" dirty="0" err="1">
                <a:latin typeface="+mj-ea"/>
                <a:ea typeface="+mj-ea"/>
              </a:rPr>
              <a:t>위챗</a:t>
            </a:r>
            <a:r>
              <a:rPr lang="ko-KR" altLang="en-US" sz="1600" dirty="0">
                <a:latin typeface="+mj-ea"/>
                <a:ea typeface="+mj-ea"/>
              </a:rPr>
              <a:t> 앱을 통해 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부산 도시철도 승차권을 구매할 수 있도록 서비스를 제공합니다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448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FD23-4BC1-D1DB-DD2B-2292705B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39B1B-88A0-4AA8-5611-7EE0266D9CAC}"/>
              </a:ext>
            </a:extLst>
          </p:cNvPr>
          <p:cNvSpPr txBox="1"/>
          <p:nvPr/>
        </p:nvSpPr>
        <p:spPr>
          <a:xfrm>
            <a:off x="2914649" y="2447924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endParaRPr lang="ko-KR" altLang="en-US" sz="4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086748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절묘한 입체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TM02900688[[fn=패싯]]</Template>
  <TotalTime>482</TotalTime>
  <Words>157</Words>
  <Application>Microsoft Office PowerPoint</Application>
  <PresentationFormat>와이드스크린</PresentationFormat>
  <Paragraphs>26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HY신명조</vt:lpstr>
      <vt:lpstr>HY헤드라인M</vt:lpstr>
      <vt:lpstr>Arial</vt:lpstr>
      <vt:lpstr>Trebuchet MS</vt:lpstr>
      <vt:lpstr>Wingdings 3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</dc:creator>
  <cp:lastModifiedBy>G</cp:lastModifiedBy>
  <cp:revision>8</cp:revision>
  <dcterms:created xsi:type="dcterms:W3CDTF">2025-07-14T01:33:13Z</dcterms:created>
  <dcterms:modified xsi:type="dcterms:W3CDTF">2025-07-22T06:41:24Z</dcterms:modified>
</cp:coreProperties>
</file>